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B93B-EAC0-90D9-9571-DB0296715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F91A3-5346-EBC3-08D1-8F807F455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BF695-E99C-BD4E-AFBD-0740C72CB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F3A58-A547-93B9-D32B-1002D805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87C51-9CA3-E8C5-5E26-6C530F37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4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0941B-199A-29D6-3D2C-574F1460E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C29FF-4CCE-1BFD-255D-03FA2225A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87734-4FE2-C00C-A47B-F91E4476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0B61C-6EAD-C11E-17AB-91AD4E9D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8EE51-FDF3-C08F-78AA-0069722C2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0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5E433-3550-5907-D11A-6EB6470F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CED2-269E-EAF7-102A-3FFF8AB1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3BF4D-5294-0318-9643-B1560F0E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34EA3-1180-ECF8-E306-3E0274F3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DBBA5-863B-5E92-4EE3-4961DEAE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1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89388-67AD-3456-B265-8B7524E5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1366-6D51-D3BF-E118-09E2114BE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4A103-21DE-D2CC-5940-1C1E88086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A5424-69B7-46FC-1F2A-F88E5D36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2E5A-B100-BBDF-9B62-7B950D4E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6E2D2-3A6D-8B11-4978-4572FB4F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4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6E1E-4095-B623-390D-623E7C70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119BD-2170-DB0A-7BBC-52B0F6CE3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46370-359E-4EAB-0A67-0BAD22CD0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6190D-13A8-B9A3-CEBF-A5E0F34CB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5D4AAF-CFA5-7AC5-8E50-DD3BA848D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3D698-85CD-CABA-C893-B0DB793D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808DD3-0E4E-CF12-AC07-20D3477AE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50160-624C-0FBD-AB94-0E333765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9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EBDD-4913-A622-5E18-52F7B155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74451-222B-A01C-DA28-04ABA3FF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AF509-3854-3851-C610-CC42DEC3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89058-ECDC-E9DF-8494-5A9B3861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8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28A1A-B17C-197A-B943-935CAED6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77A59-00CD-E075-EB1F-3268CAD4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37D04-C9D7-2A2B-ACBA-A1EE5295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0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243F-E30D-CCF6-68D8-0E8CBBF4E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7ABC-BD21-AAE3-845B-A05E4C8F3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A394F-1BC1-3727-DE15-6ACEDA3B8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76657-8F5F-9A0B-85DD-418633B6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DCBAE-D8EC-50AC-BFDB-67CFE4E0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1B39B-94C5-46FB-B7DC-4122187E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8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B229-AC76-E9B5-42F2-BF195759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5F8F5-0FF1-D084-CA16-3279A223A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9234D-074F-42BC-F507-572D09FA9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91EE7-775B-FDFB-13A8-F7005251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6705F-E0F8-65CE-0706-315AF027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6ADD9-2258-C5F0-DDE9-666DDC34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07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6D23-330E-5007-3510-C9D8FBA3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9EF3D-F18B-556A-83A3-516F43AAC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5B0EE-3A90-C570-D12E-E030FCC1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602BC-03AA-9465-33E2-71EF775B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11863-7861-0CA7-03A8-008A3377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7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C3F30-FEBE-152D-3415-B20BE46BC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27F75-7B33-29EE-0E17-107F91265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13EE6-A2BE-9E60-6FDC-CECE2F6BB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E5474-4E71-3056-EB8F-1871EA97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15CFC-CC5F-95DC-6F0E-3E3AE1C0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5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52099C-A2B3-9F1C-221F-42187BDF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39D0A-DDD2-45C0-6EAA-2AA5738D1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D2898-D056-3791-E3E3-7CD3D7E3B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0E3EE-7DD3-42D1-9342-383D51FBF9D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A60E2-A0ED-0E44-C250-C0366F596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FBDB8-3E35-A32F-67E0-2DD90A640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E7DC0-6067-4152-95A7-9F0154736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7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2724920F-FF80-AA84-0FD9-8E976D29955E}"/>
              </a:ext>
            </a:extLst>
          </p:cNvPr>
          <p:cNvSpPr/>
          <p:nvPr/>
        </p:nvSpPr>
        <p:spPr>
          <a:xfrm>
            <a:off x="1584960" y="17739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FD97608-3B27-2BD8-A05E-31095B7BA4EF}"/>
              </a:ext>
            </a:extLst>
          </p:cNvPr>
          <p:cNvSpPr/>
          <p:nvPr/>
        </p:nvSpPr>
        <p:spPr>
          <a:xfrm>
            <a:off x="4494277" y="17739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2CDDE93-66E9-55D2-3749-4A2746DA3984}"/>
              </a:ext>
            </a:extLst>
          </p:cNvPr>
          <p:cNvSpPr/>
          <p:nvPr/>
        </p:nvSpPr>
        <p:spPr>
          <a:xfrm>
            <a:off x="7403592" y="177850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2BEF5F0-5464-BA34-D984-A84151456DAD}"/>
              </a:ext>
            </a:extLst>
          </p:cNvPr>
          <p:cNvSpPr/>
          <p:nvPr/>
        </p:nvSpPr>
        <p:spPr>
          <a:xfrm rot="10800000">
            <a:off x="7403593" y="42915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11002EE-ACB0-F1E3-7001-A9C7D0690B81}"/>
              </a:ext>
            </a:extLst>
          </p:cNvPr>
          <p:cNvSpPr/>
          <p:nvPr/>
        </p:nvSpPr>
        <p:spPr>
          <a:xfrm rot="10800000">
            <a:off x="4494277" y="42915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08A0264-8D17-A2B3-FB64-B67902ABFF22}"/>
              </a:ext>
            </a:extLst>
          </p:cNvPr>
          <p:cNvSpPr/>
          <p:nvPr/>
        </p:nvSpPr>
        <p:spPr>
          <a:xfrm rot="10800000">
            <a:off x="1584960" y="42915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871E1B5-B542-7192-8337-E264D0D4D619}"/>
              </a:ext>
            </a:extLst>
          </p:cNvPr>
          <p:cNvSpPr/>
          <p:nvPr/>
        </p:nvSpPr>
        <p:spPr>
          <a:xfrm rot="5400000">
            <a:off x="8135112" y="30350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82DBB-BF60-CF6F-7100-BF0617DEC555}"/>
              </a:ext>
            </a:extLst>
          </p:cNvPr>
          <p:cNvSpPr txBox="1"/>
          <p:nvPr/>
        </p:nvSpPr>
        <p:spPr>
          <a:xfrm>
            <a:off x="1026538" y="1404604"/>
            <a:ext cx="2095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Enterprise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6F478-E3C3-F6C5-4029-4BA5BC6A38D5}"/>
              </a:ext>
            </a:extLst>
          </p:cNvPr>
          <p:cNvSpPr txBox="1"/>
          <p:nvPr/>
        </p:nvSpPr>
        <p:spPr>
          <a:xfrm>
            <a:off x="4494275" y="1422891"/>
            <a:ext cx="9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531C20-C3FA-3F49-8156-BF5EAF46920E}"/>
              </a:ext>
            </a:extLst>
          </p:cNvPr>
          <p:cNvSpPr txBox="1"/>
          <p:nvPr/>
        </p:nvSpPr>
        <p:spPr>
          <a:xfrm>
            <a:off x="7570432" y="1395459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DMZ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5D92E0-F7FB-C6ED-3B93-C675BD9DBBE9}"/>
              </a:ext>
            </a:extLst>
          </p:cNvPr>
          <p:cNvSpPr txBox="1"/>
          <p:nvPr/>
        </p:nvSpPr>
        <p:spPr>
          <a:xfrm>
            <a:off x="8866632" y="3035904"/>
            <a:ext cx="161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 Operations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5635B8-233E-CED3-A809-58EEC4C6C94C}"/>
              </a:ext>
            </a:extLst>
          </p:cNvPr>
          <p:cNvSpPr txBox="1"/>
          <p:nvPr/>
        </p:nvSpPr>
        <p:spPr>
          <a:xfrm>
            <a:off x="4681153" y="4899398"/>
            <a:ext cx="587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E1BFF-BDDB-E264-A88D-638C922EAB42}"/>
              </a:ext>
            </a:extLst>
          </p:cNvPr>
          <p:cNvSpPr txBox="1"/>
          <p:nvPr/>
        </p:nvSpPr>
        <p:spPr>
          <a:xfrm>
            <a:off x="7471533" y="4899398"/>
            <a:ext cx="91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SCADA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1F0654-E84C-522F-746C-A93728054F74}"/>
              </a:ext>
            </a:extLst>
          </p:cNvPr>
          <p:cNvSpPr txBox="1"/>
          <p:nvPr/>
        </p:nvSpPr>
        <p:spPr>
          <a:xfrm>
            <a:off x="1142691" y="4899398"/>
            <a:ext cx="1862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Process</a:t>
            </a:r>
          </a:p>
        </p:txBody>
      </p:sp>
    </p:spTree>
    <p:extLst>
      <p:ext uri="{BB962C8B-B14F-4D97-AF65-F5344CB8AC3E}">
        <p14:creationId xmlns:p14="http://schemas.microsoft.com/office/powerpoint/2010/main" val="8382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Alan</dc:creator>
  <cp:lastModifiedBy>Davis, Alan</cp:lastModifiedBy>
  <cp:revision>1</cp:revision>
  <dcterms:created xsi:type="dcterms:W3CDTF">2026-06-05T14:58:02Z</dcterms:created>
  <dcterms:modified xsi:type="dcterms:W3CDTF">2026-06-05T15:09:16Z</dcterms:modified>
</cp:coreProperties>
</file>